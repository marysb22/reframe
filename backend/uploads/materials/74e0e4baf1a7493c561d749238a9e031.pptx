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إعلاني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مستقبل الإعلانات الرقمية في العالم </a:t>
            </a:r>
          </a:p>
          <a:p>
            <a:r>
              <a:t>فرصة استثمارية غير مسبوقة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لماذا الإعلانات مهمة؟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الإعلان هو نبض كل مشروع تجاري ناجح.</a:t>
            </a:r>
          </a:p>
          <a:p>
            <a:r>
              <a:t>• بدون إعلان، لا أحد سيعرف منتجك أو خدمتك.</a:t>
            </a:r>
          </a:p>
          <a:p>
            <a:r>
              <a:t>• في عالمنا الرقمي، الإعلان الإلكتروني هو المستقبل الحقيقي للتسويق.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المشاكل الحالية في سوق الإعلانات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التكاليف المرتفعة على منصات مثل فيسبوك وإنستجرام.</a:t>
            </a:r>
          </a:p>
          <a:p>
            <a:r>
              <a:t>• المنافسة الشرسة تُقصي الشركات الصغيرة.</a:t>
            </a:r>
          </a:p>
          <a:p>
            <a:r>
              <a:t>• صعوبة الاستهداف المحلي الدقيق.</a:t>
            </a:r>
          </a:p>
          <a:p>
            <a:r>
              <a:t>• لا يوجد تطبيق مخصص للإعلانات فقط.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الحل – تطبيق إعلاني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منصة إعلانات محلية 100%.</a:t>
            </a:r>
          </a:p>
          <a:p>
            <a:r>
              <a:t>• تركيز كامل على الإعلانات دون تشتيت.</a:t>
            </a:r>
          </a:p>
          <a:p>
            <a:r>
              <a:t>• استهداف دقيق باستخدام إشعارات GPS.</a:t>
            </a:r>
          </a:p>
          <a:p>
            <a:r>
              <a:t>• تجربة استخدام سهلة ومباشرة.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لماذا إعلاني هو المستقبل؟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التطبيق الوحيد المتخصص بالإعلانات المحلية.</a:t>
            </a:r>
          </a:p>
          <a:p>
            <a:r>
              <a:t>• تكلفة أقل من المنصات الكبيرة.</a:t>
            </a:r>
          </a:p>
          <a:p>
            <a:r>
              <a:t>• استهداف محسن وتجربة مستخدم مبسطة.</a:t>
            </a:r>
          </a:p>
          <a:p>
            <a:r>
              <a:t>• يفتح باب المنافسة الحقيقية.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فرص السوق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السوق العربي في نمو مستمر.</a:t>
            </a:r>
          </a:p>
          <a:p>
            <a:r>
              <a:t>• تزايد عدد المستخدمين على الإنترنت.</a:t>
            </a:r>
          </a:p>
          <a:p>
            <a:r>
              <a:t>• حاجة متزايدة للإعلانات الفعالة.</a:t>
            </a:r>
          </a:p>
          <a:p>
            <a:r>
              <a:t>• فرص جذب عملاء جدد بتكاليف أقل.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مقارنة أرباح فيسبوك وإنستجرام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أكثر من 140 مليار دولار أرباح سنوية.</a:t>
            </a:r>
          </a:p>
          <a:p>
            <a:r>
              <a:t>• نمو سوق الإعلانات الرقمية بنسبة 20-25% سنوياً.</a:t>
            </a:r>
          </a:p>
          <a:p>
            <a:r>
              <a:t>• دليل على قوة وتأثير الإعلانات الرقمية.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أرباح إعلاني المتوقعة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السنة الأولى: 600,000 دولار (5,000 مستخدم × 10 دولار × 12 شهر).</a:t>
            </a:r>
          </a:p>
          <a:p>
            <a:r>
              <a:t>• السنة الثالثة: 12 مليون دولار (100,000 مستخدم × 10 دولار × 12 شهر).</a:t>
            </a:r>
          </a:p>
          <a:p>
            <a:r>
              <a:t>• نمو سنوي متوقع 30%.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لماذا تستثمر معنا؟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شراكة تأسيسية، مش مجرد تمويل.</a:t>
            </a:r>
          </a:p>
          <a:p>
            <a:r>
              <a:t>• فرصة لتكون أول من يشارك في مشروع تغييري.</a:t>
            </a:r>
          </a:p>
          <a:p>
            <a:r>
              <a:t>• بناء شركة عربية تنافس الكبار.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مميزات التطبيق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تركيز حصري على الإعلانات.</a:t>
            </a:r>
          </a:p>
          <a:p>
            <a:r>
              <a:t>• استهداف جغرافي دقيق.</a:t>
            </a:r>
          </a:p>
          <a:p>
            <a:r>
              <a:t>• تحكم كامل للمعلن.</a:t>
            </a:r>
          </a:p>
          <a:p>
            <a:r>
              <a:t>• تصميم بسيط وسهل للجميع.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تطوير التطبيق خطوة بخطوة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المرحلة الأولى: جذب 5,000 مستخدم مجانًا.</a:t>
            </a:r>
          </a:p>
          <a:p>
            <a:r>
              <a:t>• المرحلة الثانية: إطلاق الاشتراكات.</a:t>
            </a:r>
          </a:p>
          <a:p>
            <a:r>
              <a:t>• المرحلة الثالثة: التوسع الإقليمي.</a:t>
            </a:r>
          </a:p>
          <a:p>
            <a:r>
              <a:t>• تطوير مستمر حسب احتياج السوق.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الربح المحتمل والاستثمار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أرباح بملايين خلال 3 سنوات.</a:t>
            </a:r>
          </a:p>
          <a:p>
            <a:r>
              <a:t>• نمو ثابت مع المستخدمين.</a:t>
            </a:r>
          </a:p>
          <a:p>
            <a:r>
              <a:t>• الاستثمار مطلوب لحملة إطلاق ضخمة.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الخاتمة – لماذا يجب أن تستثمر الآن؟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مشروع عربي مبتكر وواعد.</a:t>
            </a:r>
          </a:p>
          <a:p>
            <a:r>
              <a:t>• فرصة ذهبية لمنافسة الكبار.</a:t>
            </a:r>
          </a:p>
          <a:p>
            <a:r>
              <a:t>• استثمار اليوم = أرباح الغد.</a:t>
            </a:r>
          </a:p>
          <a:p>
            <a:r>
              <a:t>• إعلاني: فرصة حقيقية لتغيير السوق.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دعوة للتفاوض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لا نطلب فقط 100 ألف دولار.</a:t>
            </a:r>
          </a:p>
          <a:p>
            <a:r>
              <a:t>• نعرض شراكة تأسيسية حقيقية.</a:t>
            </a:r>
          </a:p>
          <a:p>
            <a:r>
              <a:t>• هذه فرصتك لتكون من المؤسسين.</a:t>
            </a:r>
          </a:p>
          <a:p>
            <a:r>
              <a:t>• إن لم تستثمر الآن، سيأتي غيرك.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شكراً لكم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شكراً على وقتكم.</a:t>
            </a:r>
          </a:p>
          <a:p>
            <a:r>
              <a:t>• نرحب بأسئلتكم.</a:t>
            </a:r>
          </a:p>
          <a:p>
            <a:r>
              <a:t>• جاهزون لبدء شراكتنا في إعلاني.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2070</Words>
  <Application>WPS Slides</Application>
  <PresentationFormat>On-screen Show (4:3)</PresentationFormat>
  <Paragraphs>97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Aldhabi</vt:lpstr>
      <vt:lpstr>Communications and Dialogues</vt:lpstr>
      <vt:lpstr>إعلاني</vt:lpstr>
      <vt:lpstr>لماذا الإعلانات مهمة؟</vt:lpstr>
      <vt:lpstr>المشاكل الحالية في سوق الإعلانات</vt:lpstr>
      <vt:lpstr>الحل – تطبيق إعلاني</vt:lpstr>
      <vt:lpstr>لماذا إعلاني هو المستقبل؟</vt:lpstr>
      <vt:lpstr>فرص السوق</vt:lpstr>
      <vt:lpstr>مقارنة أرباح فيسبوك وإنستجرام</vt:lpstr>
      <vt:lpstr>أرباح إعلاني المتوقعة</vt:lpstr>
      <vt:lpstr>لماذا تستثمر معنا؟</vt:lpstr>
      <vt:lpstr>مميزات التطبيق</vt:lpstr>
      <vt:lpstr>تطوير التطبيق خطوة بخطوة</vt:lpstr>
      <vt:lpstr>الربح المحتمل والاستثمار</vt:lpstr>
      <vt:lpstr>الخاتمة – لماذا يجب أن تستثمر الآن؟</vt:lpstr>
      <vt:lpstr>دعوة للتفاوض</vt:lpstr>
      <vt:lpstr>شكراً لكم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Hello</cp:lastModifiedBy>
  <cp:revision>2</cp:revision>
  <dcterms:created xsi:type="dcterms:W3CDTF">2013-01-27T09:14:00Z</dcterms:created>
  <dcterms:modified xsi:type="dcterms:W3CDTF">2025-05-25T17:07:17Z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B5BCFBF04EBC4F9988EBFB387BBE6FEA_12</vt:lpwstr>
  </property>
  <property fmtid="{D5CDD505-2E9C-101B-9397-08002B2CF9AE}" pid="3" name="KSOProductBuildVer">
    <vt:lpwstr>2057-12.2.0.20796</vt:lpwstr>
  </property>
</Properties>
</file>