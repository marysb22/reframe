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Swap 'Presented by Mary' for your name if needed. Keep this on screen while you settle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sections. Mention every rubric line item maps to one of these buckets.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 before diving into the technical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Controllers never call ApplicationDbContext directly for business logic — that goes through Managers -&gt; UnitOfWork -&gt;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role checks happen in Controllers via [Authorize], not just by hiding buttons in the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CourseManager.cs live if there's time — this is the exact file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point: open /swagger in the browser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MappingProfile.cs has a test that calls AssertConfigurationIsValid() — mention it here or on the testing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allows, tail the real log file live during the demo to show it firing.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mockup of the real card layout — swap in a live screenshot of the Course Details page before presenting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live demo moment: two browser tabs side by side, enroll in one, watch the toast appear in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in as each role live if there's time, or show one screenshot per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log lines, lightly reworded from the actual logs/codenova-*.txt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Test Explorer live and hit Run All if you can — nothing sells this like a green checkmark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a real side-by-side desktop/mobile screenshot here if you have one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concrete and honest here — specific examples read as more credible than a vague 'I used AI to help'.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 for the live portion. Have both browser tabs ready before you start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7315200" cy="7315200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A855F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</a:t>
            </a:r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/&gt;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Learning Management System built on ASP.NET Core MVC — layered architecture, role-based security, a REST API, real-time features, and automated tests.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1005840" cy="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Mary   ·   ASP.NET Core Final Project   ·  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51" y="1890431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733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0391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layers: Controllers, Managers, Repositories, Models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431" y="1890431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6733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086600" y="20391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roles, and automatic role-based routing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51" y="339919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182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5478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+ Unit of Work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09360" y="324612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431" y="3399191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3182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Mapping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086600" y="35478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Swagger, DTOs, and AutoMapper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51" y="4907951"/>
            <a:ext cx="260787" cy="26078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690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Real-Time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417320" y="50566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hosted service, an external API, and SignalR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309360" y="475488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431" y="4907951"/>
            <a:ext cx="260787" cy="26078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86600" y="4690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086600" y="50566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with Moq, logging, theme, and AI use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CodeNova Academy?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 is a realistic online learning platform with three roles — Admin, Instructor, and Student. Learners browse real courses, enroll, and track their progress lesson by lesson. Instructors see their own courses and enrolled learners. Admins manage the entire system: users, courses, enrollments, and system-wide reports.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0" y="192024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0" y="21214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89720" y="192024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89720" y="21214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8972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COURSES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370332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39044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58368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370332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39044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18972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Cleanly Separated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46888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162" y="264170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/ Controllers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 + MVC &amp; API controllers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54680" y="2994660"/>
            <a:ext cx="284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439058" y="214884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6318" y="24688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264170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6218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76218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(e.g. CourseManager)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53658" y="2994660"/>
            <a:ext cx="284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238037" y="214884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5297" y="2468880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118" y="264170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5197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75197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+ Unit of Work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752637" y="2994660"/>
            <a:ext cx="284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037015" y="214884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74275" y="2468880"/>
            <a:ext cx="640080" cy="640080"/>
          </a:xfrm>
          <a:prstGeom prst="ellipse">
            <a:avLst/>
          </a:prstGeom>
          <a:solidFill>
            <a:srgbClr val="E8B86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097" y="2641702"/>
            <a:ext cx="294437" cy="29443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74175" y="3337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(EF Core)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74175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mapped via migrations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flows left to right: a Controller calls a Manager, the Manager calls the Unit of Work / Repositories, and EF Core talks to SQL Server — no layer skips ahead.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Automatic Role Routing.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1B1728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E8B8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188" y="24217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67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Login 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544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118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663440" y="178308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201168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213512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075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663440" y="3081528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92040" y="3310128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484" y="343357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33741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Profile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663440" y="4379976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4608576"/>
            <a:ext cx="457200" cy="457200"/>
          </a:xfrm>
          <a:prstGeom prst="ellipse">
            <a:avLst/>
          </a:prstGeom>
          <a:solidFill>
            <a:srgbClr val="E8B86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4732020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46725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092440" y="1783080"/>
            <a:ext cx="3429000" cy="3886200"/>
          </a:xfrm>
          <a:prstGeom prst="roundRect">
            <a:avLst>
              <a:gd name="adj" fmla="val 3200"/>
            </a:avLst>
          </a:prstGeom>
          <a:solidFill>
            <a:srgbClr val="1B1728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321040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server-side, not just hidden UI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321040" y="26517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[Authorize(Roles = "Admin")] on every admin action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+ demo Admin seeded via ASP.NET Core Identity — never a hard-coded email check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AccessDenied page for unauthorized attempts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Login.cshtml.cs redirects by role right after sign-in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+ Unit of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760720" cy="4251960"/>
          </a:xfrm>
          <a:prstGeom prst="roundRect">
            <a:avLst>
              <a:gd name="adj" fmla="val 2581"/>
            </a:avLst>
          </a:prstGeom>
          <a:solidFill>
            <a:srgbClr val="0F0D18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53035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CourseManager : ICourseManager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IUnitOfWork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_unitOfWork;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CourseManager(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IUnitOfWork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unitOfWork)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_unitOfWork = unitOfWork;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async Task&lt;Course?&gt; GetCourseByIdAsync(int id)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await _unitOfWork.Courses.GetByIdAsync(id);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20840" y="18745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4" y="19979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never talk to ApplicationDbContext directly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60920" y="22037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go through IUnitOfWork instead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20840" y="32461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4" y="336956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GenericRepository&lt;T&gt;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60920" y="35753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implementation of GetByIdAsync / GetAllAsync / FindAsync / Add / Update / Remove, reused for every entity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720840" y="46177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4" y="4741164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6092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once in DI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360920" y="49469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AddScoped&lt;IUnitOfWork, UnitOfWork&gt;() — mockable in tests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API for Other Consumers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CourseApiController exposes course data as JSON — documented live through Swagger so any external client can discover and call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7863840" cy="914400"/>
          </a:xfrm>
          <a:prstGeom prst="roundRect">
            <a:avLst>
              <a:gd name="adj" fmla="val 12000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70632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73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7063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2660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/api/course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37360" y="29900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published courses (as CourseListDto)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7863840" cy="914400"/>
          </a:xfrm>
          <a:prstGeom prst="roundRect">
            <a:avLst>
              <a:gd name="adj" fmla="val 12000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867912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7322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679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37581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/api/course/{id}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737360" y="40873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course detail with lessons (as CourseDetailDto)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78240" y="251460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1B1728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52560" y="2743200"/>
            <a:ext cx="502920" cy="502920"/>
          </a:xfrm>
          <a:prstGeom prst="ellipse">
            <a:avLst/>
          </a:prstGeom>
          <a:solidFill>
            <a:srgbClr val="E8B86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348" y="2878988"/>
            <a:ext cx="231343" cy="23134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0525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/swagger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052560" y="3749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interactive API docs — every endpoint listed with request/response schemas, testable right in the browser.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DTOs, ViewModels &amp;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1B1728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 Core model — mirrors the database table exactly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0" y="333756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CourseListDto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315468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REST API returns — shaped for external consumers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52360" y="333756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924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9244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AdminCourseFormViewModel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92440" y="315468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Razor view binds to — shaped for one page + its validation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deliberately separate — Course to CourseListDto is mapped by AutoMapper — so the API's public contract can change independently of what a specific admin page needs to render.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Running, Independent of Requests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309360" cy="4251960"/>
          </a:xfrm>
          <a:prstGeom prst="roundRect">
            <a:avLst>
              <a:gd name="adj" fmla="val 2581"/>
            </a:avLst>
          </a:prstGeom>
          <a:solidFill>
            <a:srgbClr val="0F0D18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logs/codenova-.txt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[INF] CourseStartReminderService started —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checking every 3 minute(s).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[INF] Course reminder: 'Java Programming'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starts Sep 3, 2026 at 2:00 PM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(in 17 day(s)).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[INF] Course reminder: '.NET Development'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starts Sep 1, 2026 at 10:00 AM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(in 15 day(s)).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269480" y="19659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924" y="2089404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CourseStartReminderService : BackgroundService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09560" y="2423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with AddHostedService — runs for the app's entire lifetime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269480" y="338328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924" y="350672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09560" y="3355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IServiceScopeFactory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90956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fresh scope per check, since the service is a singleton but ApplicationDbContext is scoped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269480" y="480060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492404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09560" y="4773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 minutes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909560" y="5257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published courses starting within 60 days and logs a reminder via Serilog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From GitHub's REST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Details page calls the public GitHub Search API and shows real, live trending repositories in that course's language.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29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spring-projects / spring-boot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helps you create production-grade apps.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74.2k stars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5146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7432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429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torvalds / linux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source tree.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4800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185k stars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5146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7432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429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iluwatar / java-design-patterns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104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 in Java.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4800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89.1k stars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breaks the page: every call is wrapped in try/catch — a rate limit or outage falls back to a friendly empty state, not a crash.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Notifications with SignalR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480560" cy="3749040"/>
          </a:xfrm>
          <a:prstGeom prst="roundRect">
            <a:avLst>
              <a:gd name="adj" fmla="val 2927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— Browser Tab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B172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"ASP.NET Core"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43000" y="329184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291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Now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57800" y="3337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4480560" cy="3749040"/>
          </a:xfrm>
          <a:prstGeom prst="roundRect">
            <a:avLst>
              <a:gd name="adj" fmla="val 2927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— Browser Tab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60920" y="4709160"/>
            <a:ext cx="3794760" cy="777240"/>
          </a:xfrm>
          <a:prstGeom prst="roundRect">
            <a:avLst>
              <a:gd name="adj" fmla="val 14118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4709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just enrolled in “ASP.NET Core”!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6092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page refresh — the toast just appears live.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for Every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566928" cy="566928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471" y="239335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313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KPIs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course management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reports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logins &amp; enrollments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40280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511" y="239335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313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310896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courses only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learners per course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schedule (start date/time)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feed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240280"/>
            <a:ext cx="566928" cy="566928"/>
          </a:xfrm>
          <a:prstGeom prst="ellipse">
            <a:avLst/>
          </a:prstGeom>
          <a:solidFill>
            <a:srgbClr val="E8B8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551" y="239335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313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310896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courses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Lesson-by-lesson progress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&amp; schedule info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with Serilog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858000" cy="4251960"/>
          </a:xfrm>
          <a:prstGeom prst="roundRect">
            <a:avLst>
              <a:gd name="adj" fmla="val 2581"/>
            </a:avLst>
          </a:prstGeom>
          <a:solidFill>
            <a:srgbClr val="0F0D18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[INF]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admin@codenovaacademy.local logged in successfully.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7706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[INF]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Seeded demo LMS data: 5 instructors, 5 learners, 5 courses.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39242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[WRN]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API returned RateLimited for language Java.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01421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[INF]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 enrollment 14 for learner 3f9a... from course 2.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6360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[INF]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reminder: 'C# Programming' starts in 22 day(s).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257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[ERR]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CourseStartReminderService failed while checking courses.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18120" y="2011680"/>
            <a:ext cx="3749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rolling daily file sink, configured once in Program.cs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everywhere: logins, admin actions, seeding, the background service, API failures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logs passwords or credentials — only usernames/emails and outcomes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— Moq &amp; FluentAssertions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0" cy="4251960"/>
          </a:xfrm>
          <a:prstGeom prst="roundRect">
            <a:avLst>
              <a:gd name="adj" fmla="val 2581"/>
            </a:avLst>
          </a:prstGeom>
          <a:solidFill>
            <a:srgbClr val="0F0D18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[Fact]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 IsPublishedAsync_ShouldReturnTrue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_WhenCourseIsPublished()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Arrange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_courseRepoMock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.Setup(r =&gt; r.GetByIdAsync(1))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.ReturnsAsync(course);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Act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result = await _sut.IsPublishedAsync(1);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Assert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result.Should().BeTrue();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49440" y="1874520"/>
            <a:ext cx="4617720" cy="1554480"/>
          </a:xfrm>
          <a:prstGeom prst="roundRect">
            <a:avLst>
              <a:gd name="adj" fmla="val 7059"/>
            </a:avLst>
          </a:prstGeom>
          <a:solidFill>
            <a:srgbClr val="1B1728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9494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0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440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0" y="365760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CourseManagerTests — mocks IUnitOfWork with Moq, zero real DB calls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MappingProfileTests — AssertConfigurationIsValid() catches broken AutoMapper config at test time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AdminRulesTests + CourseTests — pure business-rule logic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Theme, Fully Responsive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238841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21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nav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25877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 menu, collapsible links below 900px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4028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13" y="238841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21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CSS system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60920" y="25877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.ad-* / .pf-* / .cd-* / .cn-* prefixes per page family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41257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959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throughout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91640" y="43251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+ gold accents on near-black, Sora + JetBrains Mono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09360" y="370332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15121F"/>
          </a:solidFill>
          <a:ln w="12700">
            <a:solidFill>
              <a:srgbClr val="2C26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397764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813" y="41257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959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60920" y="43251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badges, and stat tiles shared across every page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1381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Was Used in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2" y="21387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coding assistant was used throughout development — as a collaborator, not a replacement for understanding the code.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the layered architecture (Managers / Repositories / Unit of Work)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Razor views consistent with the existing design system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Admin, Instructor, and Student dashboards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real issues — e.g. an EF Core SQL-translation error, and a duplicate-class build error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up new layers (AutoMapper, SignalR, the GitHub API integration) into the existing app without breaking what already worked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CODENOVA ACADEMY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6400800" cy="6400800"/>
          </a:xfrm>
          <a:prstGeom prst="ellipse">
            <a:avLst/>
          </a:prstGeom>
          <a:solidFill>
            <a:srgbClr val="6D28D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6400800" cy="6400800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2344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Log in once — watch the automatic role redirect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Enroll in a course — watch the SignalR toast in a second tab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Open a Course Details page — show live GitHub repos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Open /swagger — show the REST API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B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Open Test Explorer — Run All, all green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2026-08-17T19:40:16Z</dcterms:created>
  <dcterms:modified xsi:type="dcterms:W3CDTF">2026-08-17T19:40:16Z</dcterms:modified>
</cp:coreProperties>
</file>